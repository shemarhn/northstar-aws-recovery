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3cc1cace3c4ff0" /><Relationship Type="http://schemas.openxmlformats.org/officeDocument/2006/relationships/extended-properties" Target="/docProps/app.xml" Id="R5cbd3d48402f4339" /><Relationship Type="http://schemas.openxmlformats.org/officeDocument/2006/relationships/officeDocument" Target="/ppt/presentation.xml" Id="R131b4a5c7f0f45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49c1ad88e641c3"/>
  </p:sldMasterIdLst>
  <p:notesMasterIdLst>
    <p:notesMasterId xmlns:r="http://schemas.openxmlformats.org/officeDocument/2006/relationships" r:id="R6b8f13f329eb4d4d"/>
  </p:notesMasterIdLst>
  <p:sldIdLst>
    <p:sldId xmlns:r="http://schemas.openxmlformats.org/officeDocument/2006/relationships" id="256" r:id="R626186f914354ba0"/>
    <p:sldId xmlns:r="http://schemas.openxmlformats.org/officeDocument/2006/relationships" id="257" r:id="R137b3d15a9e64074"/>
    <p:sldId xmlns:r="http://schemas.openxmlformats.org/officeDocument/2006/relationships" id="258" r:id="Rc2669c05e9364d02"/>
    <p:sldId xmlns:r="http://schemas.openxmlformats.org/officeDocument/2006/relationships" id="259" r:id="R4997d3f55adc4ea7"/>
    <p:sldId xmlns:r="http://schemas.openxmlformats.org/officeDocument/2006/relationships" id="260" r:id="R866b5d720cfb4c02"/>
    <p:sldId xmlns:r="http://schemas.openxmlformats.org/officeDocument/2006/relationships" id="261" r:id="R6638a9f23072473e"/>
    <p:sldId xmlns:r="http://schemas.openxmlformats.org/officeDocument/2006/relationships" id="262" r:id="R458cdae1b0f7462f"/>
    <p:sldId xmlns:r="http://schemas.openxmlformats.org/officeDocument/2006/relationships" id="263" r:id="Rad0fd427837c41bd"/>
    <p:sldId xmlns:r="http://schemas.openxmlformats.org/officeDocument/2006/relationships" id="264" r:id="R9a663e022c1848e9"/>
    <p:sldId xmlns:r="http://schemas.openxmlformats.org/officeDocument/2006/relationships" id="265" r:id="R03d2749d45f5430a"/>
    <p:sldId xmlns:r="http://schemas.openxmlformats.org/officeDocument/2006/relationships" id="266" r:id="R9e54a7629c59417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f972cb76af4f56" /><Relationship Type="http://schemas.openxmlformats.org/officeDocument/2006/relationships/slideMaster" Target="/ppt/slideMasters/slideMaster1.xml" Id="Rba49c1ad88e641c3" /><Relationship Type="http://schemas.openxmlformats.org/officeDocument/2006/relationships/notesMaster" Target="/ppt/notesMasters/notesMaster1.xml" Id="R6b8f13f329eb4d4d" /><Relationship Type="http://schemas.openxmlformats.org/officeDocument/2006/relationships/presProps" Target="/ppt/presProps.xml" Id="R9a40882429e74514" /><Relationship Type="http://schemas.openxmlformats.org/officeDocument/2006/relationships/tableStyles" Target="/ppt/tableStyles.xml" Id="R3a11b9aac49e45b7" /><Relationship Type="http://schemas.openxmlformats.org/officeDocument/2006/relationships/slide" Target="/ppt/slides/slide1.xml" Id="R626186f914354ba0" /><Relationship Type="http://schemas.openxmlformats.org/officeDocument/2006/relationships/slide" Target="/ppt/slides/slide2.xml" Id="R137b3d15a9e64074" /><Relationship Type="http://schemas.openxmlformats.org/officeDocument/2006/relationships/slide" Target="/ppt/slides/slide3.xml" Id="Rc2669c05e9364d02" /><Relationship Type="http://schemas.openxmlformats.org/officeDocument/2006/relationships/slide" Target="/ppt/slides/slide4.xml" Id="R4997d3f55adc4ea7" /><Relationship Type="http://schemas.openxmlformats.org/officeDocument/2006/relationships/slide" Target="/ppt/slides/slide5.xml" Id="R866b5d720cfb4c02" /><Relationship Type="http://schemas.openxmlformats.org/officeDocument/2006/relationships/slide" Target="/ppt/slides/slide6.xml" Id="R6638a9f23072473e" /><Relationship Type="http://schemas.openxmlformats.org/officeDocument/2006/relationships/slide" Target="/ppt/slides/slide7.xml" Id="R458cdae1b0f7462f" /><Relationship Type="http://schemas.openxmlformats.org/officeDocument/2006/relationships/slide" Target="/ppt/slides/slide8.xml" Id="Rad0fd427837c41bd" /><Relationship Type="http://schemas.openxmlformats.org/officeDocument/2006/relationships/slide" Target="/ppt/slides/slide9.xml" Id="R9a663e022c1848e9" /><Relationship Type="http://schemas.openxmlformats.org/officeDocument/2006/relationships/slide" Target="/ppt/slides/slide10.xml" Id="R03d2749d45f5430a" /><Relationship Type="http://schemas.openxmlformats.org/officeDocument/2006/relationships/slide" Target="/ppt/slides/slide11.xml" Id="R9e54a7629c5941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6550ce5a784f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0af4309b3943e6" /><Relationship Type="http://schemas.openxmlformats.org/officeDocument/2006/relationships/notesMaster" Target="/ppt/notesMasters/notesMaster1.xml" Id="R7a2699ef65b749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d8bf53b908493f" /><Relationship Type="http://schemas.openxmlformats.org/officeDocument/2006/relationships/notesMaster" Target="/ppt/notesMasters/notesMaster1.xml" Id="R733baf4e43ad4c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94d48e8aa3441d" /><Relationship Type="http://schemas.openxmlformats.org/officeDocument/2006/relationships/notesMaster" Target="/ppt/notesMasters/notesMaster1.xml" Id="R7c45c842ee9b46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fa590c713f49db" /><Relationship Type="http://schemas.openxmlformats.org/officeDocument/2006/relationships/notesMaster" Target="/ppt/notesMasters/notesMaster1.xml" Id="R6589225870e545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4ec4c01be64738" /><Relationship Type="http://schemas.openxmlformats.org/officeDocument/2006/relationships/notesMaster" Target="/ppt/notesMasters/notesMaster1.xml" Id="R857c0a124b1b4f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2258416c584114" /><Relationship Type="http://schemas.openxmlformats.org/officeDocument/2006/relationships/notesMaster" Target="/ppt/notesMasters/notesMaster1.xml" Id="R5213aabe90ed48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aef59998004e97" /><Relationship Type="http://schemas.openxmlformats.org/officeDocument/2006/relationships/notesMaster" Target="/ppt/notesMasters/notesMaster1.xml" Id="R746c8f619a394f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e60a691fc84484" /><Relationship Type="http://schemas.openxmlformats.org/officeDocument/2006/relationships/notesMaster" Target="/ppt/notesMasters/notesMaster1.xml" Id="Rc75ed0ca77cb45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62b9d7baa344f2" /><Relationship Type="http://schemas.openxmlformats.org/officeDocument/2006/relationships/notesMaster" Target="/ppt/notesMasters/notesMaster1.xml" Id="R294463e6f9e3406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bc0b7073a74437" /><Relationship Type="http://schemas.openxmlformats.org/officeDocument/2006/relationships/notesMaster" Target="/ppt/notesMasters/notesMaster1.xml" Id="Rde350f6a167a4f1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c369e72bd5478c" /><Relationship Type="http://schemas.openxmlformats.org/officeDocument/2006/relationships/notesMaster" Target="/ppt/notesMasters/notesMaster1.xml" Id="R01ab8c8e5ff54a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operator closeout request. The 12-minute measurement lacks retained exact timing endpoints. This is one exercise, not a production SLA.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Synthetic five-person repair-shop scenario. Source: README and CASE-STUDY. No real client engagement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Terraform and existing architecture diagram. Diagram describes configured implementation. Production reference architecture is separate.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operator request and prior Plan Portfolio Project record. No migration duration or exact migration commands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terraform/main.tf, docs/IAM.md, deploy/northstar.service. Configuration claims are distinguished from enforcement tests. No credentials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retrieved Plan Portfolio Project record and original post-recovery screenshot. Zero-job and integrity results come from the prior record, not a retained raw transcript.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evidence/disaster-recovery/post-recovery-app.png. Original image retained unchanged. Localhost 8081 is the forwarded application URL.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operator measurement supplied in current request and prior project record. Timing scope is operator-led recovery. No exact stopwatch boundaries are reconstructed.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evidence/monitoring/cloudwatch-sns-email.png. Alarms treat missing data as breaching, so replacement/bootstrap may produce transitions. Do not infer latency from inbox times.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Lessons derived from the project record, implementation and observed evidence. No teardown completion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repository evidence index and attributed recovery summary. Single-server synthetic proof of concept, shared credential, same-account regional backups. Actual billing and comprehensive security validation not claimed. Teardown completed, 25 resources destroyed. Independent API checks found zero remaining lab resources.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7826e48fc34b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fca0c80fb24411" /><Relationship Type="http://schemas.openxmlformats.org/officeDocument/2006/relationships/slideLayout" Target="/ppt/slideLayouts/slideLayout1.xml" Id="Rf60fd8346b814c1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0fd8346b814c1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99ef3895d04019" /><Relationship Type="http://schemas.openxmlformats.org/officeDocument/2006/relationships/notesSlide" Target="/ppt/notesSlides/notesSlide1.xml" Id="R8605b50d624146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bf9b807ca4ad6" /><Relationship Type="http://schemas.openxmlformats.org/officeDocument/2006/relationships/notesSlide" Target="/ppt/notesSlides/notesSlide2.xml" Id="R3453a97fcae24c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ab95a85bc40c7" /><Relationship Type="http://schemas.openxmlformats.org/officeDocument/2006/relationships/notesSlide" Target="/ppt/notesSlides/notesSlide3.xml" Id="Rd13f13beb0604f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dcbc0563414ec3" /><Relationship Type="http://schemas.openxmlformats.org/officeDocument/2006/relationships/notesSlide" Target="/ppt/notesSlides/notesSlide4.xml" Id="R691cbe58ca5048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7a4a9ce2a4aad" /><Relationship Type="http://schemas.openxmlformats.org/officeDocument/2006/relationships/notesSlide" Target="/ppt/notesSlides/notesSlide5.xml" Id="R04530a779d874f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9f38931d4a4472" /><Relationship Type="http://schemas.openxmlformats.org/officeDocument/2006/relationships/notesSlide" Target="/ppt/notesSlides/notesSlide6.xml" Id="R4b6daa767f6047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5a1b4e456d4ace" /><Relationship Type="http://schemas.openxmlformats.org/officeDocument/2006/relationships/image" Target="/ppt/media/image.png" Id="R32b10955897c4c08" /><Relationship Type="http://schemas.openxmlformats.org/officeDocument/2006/relationships/notesSlide" Target="/ppt/notesSlides/notesSlide7.xml" Id="R759bb24e860b43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a012c52106409e" /><Relationship Type="http://schemas.openxmlformats.org/officeDocument/2006/relationships/notesSlide" Target="/ppt/notesSlides/notesSlide8.xml" Id="R22b5c2e706304e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1e0f414f54d2f" /><Relationship Type="http://schemas.openxmlformats.org/officeDocument/2006/relationships/image" Target="/ppt/media/image2.png" Id="R71a4ea6bd0904635" /><Relationship Type="http://schemas.openxmlformats.org/officeDocument/2006/relationships/notesSlide" Target="/ppt/notesSlides/notesSlide9.xml" Id="R330eb95fc4fe4d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ce87304e1540a9" /><Relationship Type="http://schemas.openxmlformats.org/officeDocument/2006/relationships/notesSlide" Target="/ppt/notesSlides/notesSlide10.xml" Id="R20733fabe13e425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21f9fb6144de5" /><Relationship Type="http://schemas.openxmlformats.org/officeDocument/2006/relationships/notesSlide" Target="/ppt/notesSlides/notesSlide11.xml" Id="R64585632960640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B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B63FD3-E07A-4F2F-B75E-12FEBC0F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PROXMOX MIGRATION AND AWS RECOVERY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30C492-FB3C-4364-9EF6-C1F07352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Northstar Repairs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BCC43E-BD8A-414E-AD57-991254A5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CC8B0F-2B92-4ABC-A126-F44C9451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8D4259-3FE1-4542-8A5F-A9295A8E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9525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50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750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12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51FFF-C823-4C09-A490-FC1563EE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671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Operator-measured recovery in one lab exercise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5A2D7-E139-4A1A-8342-621E50F9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3867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Six validation jobs recovered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E1F13A-657A-4920-94D2-15796847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959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Synthetic small-business case study, 4 October 2026</a:t>
            </a:r>
          </a:p>
        </p:txBody>
      </p:sp>
    </p:spTree>
    <p:extLst>
      <p:ext uri="{BB962C8B-B14F-4D97-AF65-F5344CB8AC3E}">
        <p14:creationId xmlns:p14="http://schemas.microsoft.com/office/powerpoint/2010/main" val="913566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795117-9830-431B-8678-BE27837E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BUSINESS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57528A-C549-49FF-A0EC-9083F37B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One VM held the shop’s job register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07D41-BAD2-49A4-9E12-E03AAC7C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7640CF-50EB-43A0-82B1-43E241A7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BF2EB7-FDD8-4D93-A331-599C10B5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E9FE00-DAB5-415F-9B65-BB45C7F8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Repair intake and customer collections depended on the same records.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B35FA6-E995-4517-A45A-C6C96526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90875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6B4A89-D48B-42BA-9361-07D1D287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33725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A lost Proxmox VM could remove both the application and its data.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4D2620-D608-48C7-9F57-EDA3E96E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52339D-7068-4F1B-9F1F-6C0AA5B2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2910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lab needed a repeatable host build and a recoverable copy outside the application disk.</a:t>
            </a:r>
          </a:p>
        </p:txBody>
      </p:sp>
    </p:spTree>
    <p:extLst>
      <p:ext uri="{BB962C8B-B14F-4D97-AF65-F5344CB8AC3E}">
        <p14:creationId xmlns:p14="http://schemas.microsoft.com/office/powerpoint/2010/main" val="15133570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F2087D-70CD-4232-98FF-5EDD0997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F8070-8361-4CD4-A6BD-D58D6210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AWS recovery environment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E2E93-3AE8-4C4A-AFBD-355BE505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5AADA-3E4C-4CBF-BA9A-CFF5AC3A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92064C-F257-40D3-A296-61619665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Staff workstation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8F3800-30E9-4BB6-B340-71207173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SSM port forwarding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2E27FC-F63D-46F5-80F2-D455DFD8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860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EC2 application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144C8E-ACC0-4BAF-A7EE-26F29A375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05125"/>
            <a:ext cx="32861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Loopback Python service</a:t>
            </a:r>
          </a:p>
          <a:p xmlns:a="http://schemas.openxmlformats.org/drawingml/2006/main">
            <a:pPr>
              <a:defRPr sz="20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SQLite on encrypted gp3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638C3-5A95-4A42-B8D1-6D1D8150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Private S3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D83119-4A08-4F0A-B13D-11784CD8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05125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Versioned snapshots</a:t>
            </a:r>
          </a:p>
          <a:p xmlns:a="http://schemas.openxmlformats.org/drawingml/2006/main">
            <a:pPr>
              <a:defRPr sz="20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Release and restore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57EF83-3C5F-4CD8-A6E3-650D7AA2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704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CloudWatch telemetry and alarms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D073FB-E97B-480C-96E0-565E61107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33975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Application health, disk use, backup age and EC2 status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1B504C-CE1C-4B4D-8A1E-47255DEC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SNS email delivery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F0C926-7BBC-4D45-98A7-A4707947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Terraform provisions the hosting environment</a:t>
            </a:r>
          </a:p>
        </p:txBody>
      </p:sp>
    </p:spTree>
    <p:extLst>
      <p:ext uri="{BB962C8B-B14F-4D97-AF65-F5344CB8AC3E}">
        <p14:creationId xmlns:p14="http://schemas.microsoft.com/office/powerpoint/2010/main" val="9027852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B0675C-81AB-4092-816B-FD2F93EA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MIGRATION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CB3008-1F0C-45BE-BAD0-F1E02B8B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Proxmox workload migration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48B8B7-56E8-44EE-A819-C5D31A8E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02A0A-13D9-47CC-BCF5-5E08104D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95AD5C-4E1A-4ACD-B192-D0FB999E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34CDA-47E8-4C6A-AE57-38564655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operator completed migration of the Python/SQLite workload to AWS us-east-2.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38E485-953F-430B-9493-04DD9F66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90875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43E02C-3C23-4A99-BA7D-4A2530D2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33725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Terraform and bootstrap recreated the hosting environment. S3 kept the migration and backup data off the root disk.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A275A9-2412-4506-8163-07053A20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54375C-E5BD-41D6-9501-6B229B98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2910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final app screenshot corroborates the workload. The exported migration database has five jobs and integrity ok.</a:t>
            </a:r>
          </a:p>
        </p:txBody>
      </p:sp>
    </p:spTree>
    <p:extLst>
      <p:ext uri="{BB962C8B-B14F-4D97-AF65-F5344CB8AC3E}">
        <p14:creationId xmlns:p14="http://schemas.microsoft.com/office/powerpoint/2010/main" val="19897544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F9C1FE-31D3-4F64-AA64-958694C8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SECURITY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74E824-BE3D-49F5-8CEB-814C12AA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Restricted access and scoped permissions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3F5392-AF9C-4310-9AD2-D60A305E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BF29F5-3F69-426B-B70B-62F031EF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45D1BC-F433-4EAF-A588-F61732A9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0C9881-72E4-41BA-90FF-E1FC876D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Session Manager supplied administration and port forwarding. The application listened on loopback.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5B926-1459-41DA-9F9C-0B75376D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90875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17592-7A55-481D-A7C6-86D89FCF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33725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Terraform defined zero security-group ingress, IMDSv2 and an encrypted root disk.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A8205-8040-43A6-B47D-95A457B6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8470F0-C2D2-46C6-B022-D69C0AAB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2910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instance role scoped release and backup access. Comprehensive IAM denial testing is not established by retained evidence.</a:t>
            </a:r>
          </a:p>
        </p:txBody>
      </p:sp>
    </p:spTree>
    <p:extLst>
      <p:ext uri="{BB962C8B-B14F-4D97-AF65-F5344CB8AC3E}">
        <p14:creationId xmlns:p14="http://schemas.microsoft.com/office/powerpoint/2010/main" val="20982191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940F7E-D56C-4EAB-B7CF-BA76E894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DISASTER-RECOVERY EXERCISE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F3AD8D-6919-48DD-AFD9-4BD5813F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Replace the host, recover the records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7B5154-0610-4FD8-B506-A68362E6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5D866-4E54-4F15-A737-CD4D352D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11B2BC-8A92-47C6-BD98-B5FE1CED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41AC24-59A2-496E-98C5-9961EDF6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project record describes a replacement EC2 instance with zero jobs before restoration.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185BD1-8988-4336-895E-6B625965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90875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76537-6B74-49E2-BB24-AF01A223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33725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operator restored an S3 backup. The record reports six jobs and SQLite integrity 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8A4200-1547-4E1E-81DB-E3223944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74A2CB-0C7C-4DBC-B31B-F7B01889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2910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The final app shows six recovered IDs and DR-TEST Ready. Closeout checks confirmed health and integrity ok.</a:t>
            </a:r>
          </a:p>
        </p:txBody>
      </p:sp>
    </p:spTree>
    <p:extLst>
      <p:ext uri="{BB962C8B-B14F-4D97-AF65-F5344CB8AC3E}">
        <p14:creationId xmlns:p14="http://schemas.microsoft.com/office/powerpoint/2010/main" val="17939739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314A4A-A2B2-40AF-B8D1-EF985C73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APPLICATION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958004-15AF-4CAB-A4E5-30615590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All six validation jobs returned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253168-B177-450B-92E4-880DD6D0D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AB1991-CFFA-43B8-9AE0-17E0FA83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b10955897c4c08"/>
          <a:stretch xmlns:a="http://schemas.openxmlformats.org/drawingml/2006/main"/>
        </p:blipFill>
        <p:spPr>
          <a:xfrm xmlns:a="http://schemas.openxmlformats.org/drawingml/2006/main">
            <a:off x="2311227" y="1790700"/>
            <a:ext cx="7569545" cy="40195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B4F6FF-3B28-471E-A557-849F9718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Original operator screenshot. AWS host attribution comes from the project record.</a:t>
            </a:r>
          </a:p>
        </p:txBody>
      </p:sp>
    </p:spTree>
    <p:extLst>
      <p:ext uri="{BB962C8B-B14F-4D97-AF65-F5344CB8AC3E}">
        <p14:creationId xmlns:p14="http://schemas.microsoft.com/office/powerpoint/2010/main" val="5125739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B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561F7-72EE-417F-BF94-88AB0696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RECOVERY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4CA78-03A7-4732-B6E6-85D82BC1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12-minute operator-measured RTO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E92CE7-CE1B-4A2C-A25C-00CA5DEE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43C166-EDEF-4A53-9383-0375E21E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D574C0-33EB-4BA7-AA9A-BE601A4F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05000"/>
            <a:ext cx="5238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1275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816DD9-3ECE-4778-8BA7-1EDA8E0D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485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minutes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52B0B0-0226-4218-A38B-612B63F5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57425"/>
            <a:ext cx="5429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30-minute design target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9BFEF8-36AF-4AF1-8476-AF0A47B5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200400"/>
            <a:ext cx="5381625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exercise met the target. Exact start/end timestamps are not retained.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2FE846-7E29-4DF0-AA28-8DDF9536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829175"/>
            <a:ext cx="5381625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One exercise. No production SLA or measured RPO claimed.</a:t>
            </a:r>
          </a:p>
        </p:txBody>
      </p:sp>
    </p:spTree>
    <p:extLst>
      <p:ext uri="{BB962C8B-B14F-4D97-AF65-F5344CB8AC3E}">
        <p14:creationId xmlns:p14="http://schemas.microsoft.com/office/powerpoint/2010/main" val="13827699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FB5335-6DE6-4849-A02C-36D1DBFE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MONITORING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C7C59D-63AC-4B2C-8901-FAF2A5ED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CloudWatch notifications reached the inbox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9DE025-F8F4-434A-A369-CBF4EEB9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5F0607-5601-4549-8738-A2753200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4ea6bd0904635"/>
          <a:stretch xmlns:a="http://schemas.openxmlformats.org/drawingml/2006/main"/>
        </p:blipFill>
        <p:spPr>
          <a:xfrm xmlns:a="http://schemas.openxmlformats.org/drawingml/2006/main">
            <a:off x="609600" y="2024727"/>
            <a:ext cx="10972800" cy="230372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32A960-0A69-445A-86E9-9A12EEE7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App, disk and backup ALARM/OK emails, plus a status-check alarm in Ohio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43332F-3056-4DC1-B1FE-2EE9D1BC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Application-health alarm test. The inbox shows delivered ALARM and OK notifications.</a:t>
            </a:r>
          </a:p>
        </p:txBody>
      </p:sp>
    </p:spTree>
    <p:extLst>
      <p:ext uri="{BB962C8B-B14F-4D97-AF65-F5344CB8AC3E}">
        <p14:creationId xmlns:p14="http://schemas.microsoft.com/office/powerpoint/2010/main" val="14859548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99ACC2-BF05-404A-AD85-FA0E70D05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LESSONS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B78A14-37AA-459E-9F9B-67B316FB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34A"/>
                </a:solidFill>
                <a:latin typeface="Arial"/>
                <a:ea typeface="Arial"/>
                <a:cs typeface="Arial"/>
              </a:rPr>
              <a:t>What the exercise taught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9C3AA-81BA-449E-B591-A0E043D0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356938-E3B6-48C5-8799-6532B13A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1778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78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820DC-9C01-4103-B3BD-DC8EAF80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DBBF97-9FD9-4DA6-A250-62CF7EEE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Validate business records as well as application health. Count, IDs and the recovery marker make restoration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D45E2F-81C5-435B-9747-34941F51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90875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E4FFB3-F91C-427A-9A05-40C4B783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33725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Replacement changes access details and instance-specific alarm dimensions. Recovery needs an operator runbook.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D1BB07-1A94-42A6-B481-491C86A0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86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7F8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7F8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3A75A1-82EF-4C81-9BE2-C5C966D9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229100"/>
            <a:ext cx="976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34A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34A"/>
                </a:solidFill>
                <a:latin typeface="Arial"/>
                <a:ea typeface="Arial"/>
                <a:cs typeface="Arial"/>
              </a:rPr>
              <a:t>Keep evidence and required backups outside the lab before destroying versioned storage. Empty Terraform state needs AWS inventory corroboration.</a:t>
            </a:r>
          </a:p>
        </p:txBody>
      </p:sp>
    </p:spTree>
    <p:extLst>
      <p:ext uri="{BB962C8B-B14F-4D97-AF65-F5344CB8AC3E}">
        <p14:creationId xmlns:p14="http://schemas.microsoft.com/office/powerpoint/2010/main" val="13911067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B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A340D-9C32-4CFF-8268-D144F4C8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FINAL OUTCOME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F36660-1694-4163-90B2-6594991A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recoverable repair register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F514D-D591-40D8-B0F0-8B55AFE1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NORTHSTAR REPAIRS  /  SHEMAR MARKS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20062E-3B1A-47D4-B15B-9628283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7B2DC-0CF8-4B70-ADC9-58E66A97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4312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Migration completed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69753D-05FE-427D-9B7E-3B5451B8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9562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Six jobs recovered. Notification delivery observed.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40486A-04C3-4AEC-B0B4-81EF21B42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672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74CCD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74CCD0"/>
                </a:solidFill>
                <a:latin typeface="Arial"/>
                <a:ea typeface="Arial"/>
                <a:cs typeface="Arial"/>
              </a:rPr>
              <a:t>12-minute operator-measured recovery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8C893-E803-4A6E-9769-2354106D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482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AFC4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FC4D0"/>
                </a:solidFill>
                <a:latin typeface="Arial"/>
                <a:ea typeface="Arial"/>
                <a:cs typeface="Arial"/>
              </a:rPr>
              <a:t>25 resources destroyed. No active lab resources remain.</a:t>
            </a:r>
          </a:p>
        </p:txBody>
      </p:sp>
    </p:spTree>
    <p:extLst>
      <p:ext uri="{BB962C8B-B14F-4D97-AF65-F5344CB8AC3E}">
        <p14:creationId xmlns:p14="http://schemas.microsoft.com/office/powerpoint/2010/main" val="3378227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2026-10-04T21:13:32.3780000Z</dcterms:created>
  <dcterms:modified xsi:type="dcterms:W3CDTF">2026-10-04T21:13:32.3780000Z</dcterms:modified>
</coreProperties>
</file>